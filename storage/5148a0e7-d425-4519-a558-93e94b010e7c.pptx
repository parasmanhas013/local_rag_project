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Comprehensive Overview of Machine Learning and Deep Learning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Generated by 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Introduction to Machine Learning and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Machine learning is a subset of artificial intelligence that involves training algorithms to learn from data.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Deep learning is a type of machine learning that uses neural networks to analyze data.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These concepts have numerous applications in various fields, including computer vision, natural language processing, and speech recognition.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Machine Learning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Types of Machine Learning: Supervised, Unsupervised, Reinforcement.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Supervised Learning: Training models on labeled data to make predictions on new data.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Unsupervised Learning: Finding patterns in unlabeled data without a specific goal.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Types of Machine Learning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Reinforcement Learning: Training agents to take actions based on rewards or penalties.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Supervised Learning Applications: Image classification, sentiment analysis, and speech recognition.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Unsupervised Learning Applications: Customer segmentation, anomaly detection, and data visualization.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Deep Learning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Neural Networks: Models inspired by the human brain that learn and identify patterns.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Types of Neural Networks: Single-Layer Perceptron, Multi-Layer Perceptron, Convolutional Neural Networks, Recurrent Neural Networks.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Activation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Linear Activation Function: Used for linear relationships between inputs and outputs.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Sigmoid Activation Function: Used for binary classification problems (e.g., 0 or 1).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ReLU (Rectified Linear Unit) Activation Function: Used for hidden layers in neural networks.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K-Means Algorithm: Assigns points to clusters based on mean distance.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K-Medoids Algorithm: Similar to K-Means but uses actual data points as centers.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DBSCAN (Density-Based Spatial Clustering of Applications with Noise): Groups points with sufficient neighbors; labels sparse points as noise.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Reinforcement Learning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Model-Based Methods: Use a model of the environment to predict outcomes and plan actions.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Model-Free Methods: Learn directly from experience by interacting with the environment and adjusting actions based on feedback.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Reinforcement Learning Model-Free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Q-Learning Algorithm: Learns an action-value function that estimates the expected return for each state-action pair.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SARSA Algorithm: Similar to Q-learning but uses the most recent experience to update the policy.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Monte Carlo Methods: Estimate expected returns by simulating many episodes of interaction with the environment.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Neural Network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Single-Layer Perceptron (SLP): One of the oldest neural networks, used to compute logic gates like AND, OR, and NOR.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Multi-Layer Perceptron (MLP): Consists of fully connected dense layers that transform input data from one dimension to another.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Machine learning and deep learning have numerous applications in various fields.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Understanding these concepts is essential for building intelligent systems that can learn and improve over time.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This presentation has provided a comprehensive overview of the key concepts, methods, and techniques involved in machine learning and deep learning.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