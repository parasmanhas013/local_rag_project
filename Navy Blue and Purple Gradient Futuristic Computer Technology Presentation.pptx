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Lakes Neue Extended Bold" charset="1" panose="02010001040000080307"/>
      <p:regular r:id="rId16"/>
    </p:embeddedFont>
    <p:embeddedFont>
      <p:font typeface="TT Lakes Neue Extended" charset="1" panose="02010001040000080307"/>
      <p:regular r:id="rId17"/>
    </p:embeddedFont>
    <p:embeddedFont>
      <p:font typeface="Arian" charset="1" panose="020B0505020202050204"/>
      <p:regular r:id="rId18"/>
    </p:embeddedFont>
    <p:embeddedFont>
      <p:font typeface="Arian Bold" charset="1" panose="020B080502020205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9.jpeg" Type="http://schemas.openxmlformats.org/officeDocument/2006/relationships/image"/><Relationship Id="rId12" Target="../media/image20.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2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22.jpe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2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8.png" Type="http://schemas.openxmlformats.org/officeDocument/2006/relationships/image"/><Relationship Id="rId9"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1227460">
            <a:off x="8249633" y="2062720"/>
            <a:ext cx="8209501" cy="6060105"/>
          </a:xfrm>
          <a:custGeom>
            <a:avLst/>
            <a:gdLst/>
            <a:ahLst/>
            <a:cxnLst/>
            <a:rect r="r" b="b" t="t" l="l"/>
            <a:pathLst>
              <a:path h="6060105" w="8209501">
                <a:moveTo>
                  <a:pt x="0" y="0"/>
                </a:moveTo>
                <a:lnTo>
                  <a:pt x="8209501" y="0"/>
                </a:lnTo>
                <a:lnTo>
                  <a:pt x="8209501" y="6060105"/>
                </a:lnTo>
                <a:lnTo>
                  <a:pt x="0" y="6060105"/>
                </a:lnTo>
                <a:lnTo>
                  <a:pt x="0" y="0"/>
                </a:lnTo>
                <a:close/>
              </a:path>
            </a:pathLst>
          </a:custGeom>
          <a:blipFill>
            <a:blip r:embed="rId2">
              <a:alphaModFix amt="59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256959" y="3385505"/>
            <a:ext cx="9335718" cy="1761918"/>
          </a:xfrm>
          <a:prstGeom prst="rect">
            <a:avLst/>
          </a:prstGeom>
        </p:spPr>
        <p:txBody>
          <a:bodyPr anchor="t" rtlCol="false" tIns="0" lIns="0" bIns="0" rIns="0">
            <a:spAutoFit/>
          </a:bodyPr>
          <a:lstStyle/>
          <a:p>
            <a:pPr algn="l">
              <a:lnSpc>
                <a:spcPts val="14446"/>
              </a:lnSpc>
            </a:pPr>
            <a:r>
              <a:rPr lang="en-US" sz="10319" spc="433" b="true">
                <a:solidFill>
                  <a:srgbClr val="FFFFFF"/>
                </a:solidFill>
                <a:latin typeface="TT Lakes Neue Extended Bold"/>
                <a:ea typeface="TT Lakes Neue Extended Bold"/>
                <a:cs typeface="TT Lakes Neue Extended Bold"/>
                <a:sym typeface="TT Lakes Neue Extended Bold"/>
              </a:rPr>
              <a:t>Computer</a:t>
            </a:r>
          </a:p>
        </p:txBody>
      </p:sp>
      <p:sp>
        <p:nvSpPr>
          <p:cNvPr name="TextBox 4" id="4"/>
          <p:cNvSpPr txBox="true"/>
          <p:nvPr/>
        </p:nvSpPr>
        <p:spPr>
          <a:xfrm rot="0">
            <a:off x="8372927" y="4906351"/>
            <a:ext cx="8286278" cy="1119104"/>
          </a:xfrm>
          <a:prstGeom prst="rect">
            <a:avLst/>
          </a:prstGeom>
        </p:spPr>
        <p:txBody>
          <a:bodyPr anchor="t" rtlCol="false" tIns="0" lIns="0" bIns="0" rIns="0">
            <a:spAutoFit/>
          </a:bodyPr>
          <a:lstStyle/>
          <a:p>
            <a:pPr algn="l">
              <a:lnSpc>
                <a:spcPts val="9134"/>
              </a:lnSpc>
            </a:pPr>
            <a:r>
              <a:rPr lang="en-US" sz="6524" spc="274">
                <a:solidFill>
                  <a:srgbClr val="FFFFFF"/>
                </a:solidFill>
                <a:latin typeface="TT Lakes Neue Extended"/>
                <a:ea typeface="TT Lakes Neue Extended"/>
                <a:cs typeface="TT Lakes Neue Extended"/>
                <a:sym typeface="TT Lakes Neue Extended"/>
              </a:rPr>
              <a:t>Technology</a:t>
            </a:r>
          </a:p>
        </p:txBody>
      </p:sp>
      <p:sp>
        <p:nvSpPr>
          <p:cNvPr name="TextBox 5" id="5"/>
          <p:cNvSpPr txBox="true"/>
          <p:nvPr/>
        </p:nvSpPr>
        <p:spPr>
          <a:xfrm rot="0">
            <a:off x="13486954" y="8861264"/>
            <a:ext cx="3772346" cy="636270"/>
          </a:xfrm>
          <a:prstGeom prst="rect">
            <a:avLst/>
          </a:prstGeom>
        </p:spPr>
        <p:txBody>
          <a:bodyPr anchor="t" rtlCol="false" tIns="0" lIns="0" bIns="0" rIns="0">
            <a:spAutoFit/>
          </a:bodyPr>
          <a:lstStyle/>
          <a:p>
            <a:pPr algn="r">
              <a:lnSpc>
                <a:spcPts val="1679"/>
              </a:lnSpc>
            </a:pPr>
            <a:r>
              <a:rPr lang="en-US" sz="1200">
                <a:solidFill>
                  <a:srgbClr val="FFFFFF"/>
                </a:solidFill>
                <a:latin typeface="Arian"/>
                <a:ea typeface="Arian"/>
                <a:cs typeface="Arian"/>
                <a:sym typeface="Arian"/>
              </a:rPr>
              <a:t>Lorem ipsum dolor sit amet, consectetur adipiscing elit, sed do eiusmod tempor incididunt ut labore et dolore magna aliqua.</a:t>
            </a:r>
            <a:r>
              <a:rPr lang="en-US" sz="1200">
                <a:solidFill>
                  <a:srgbClr val="FFFFFF"/>
                </a:solidFill>
                <a:latin typeface="Arian"/>
                <a:ea typeface="Arian"/>
                <a:cs typeface="Arian"/>
                <a:sym typeface="Arian"/>
              </a:rPr>
              <a:t> </a:t>
            </a:r>
          </a:p>
        </p:txBody>
      </p:sp>
      <p:sp>
        <p:nvSpPr>
          <p:cNvPr name="Freeform 6" id="6"/>
          <p:cNvSpPr/>
          <p:nvPr/>
        </p:nvSpPr>
        <p:spPr>
          <a:xfrm flipH="false" flipV="false" rot="0">
            <a:off x="15516002" y="-3004505"/>
            <a:ext cx="6009009" cy="6009009"/>
          </a:xfrm>
          <a:custGeom>
            <a:avLst/>
            <a:gdLst/>
            <a:ahLst/>
            <a:cxnLst/>
            <a:rect r="r" b="b" t="t" l="l"/>
            <a:pathLst>
              <a:path h="6009009" w="6009009">
                <a:moveTo>
                  <a:pt x="0" y="0"/>
                </a:moveTo>
                <a:lnTo>
                  <a:pt x="6009009" y="0"/>
                </a:lnTo>
                <a:lnTo>
                  <a:pt x="6009009" y="6009010"/>
                </a:lnTo>
                <a:lnTo>
                  <a:pt x="0" y="6009010"/>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251554" y="4593267"/>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6">
              <a:alphaModFix amt="64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540821" y="2093298"/>
            <a:ext cx="6070328" cy="6878559"/>
          </a:xfrm>
          <a:custGeom>
            <a:avLst/>
            <a:gdLst/>
            <a:ahLst/>
            <a:cxnLst/>
            <a:rect r="r" b="b" t="t" l="l"/>
            <a:pathLst>
              <a:path h="6878559" w="6070328">
                <a:moveTo>
                  <a:pt x="6070329" y="0"/>
                </a:moveTo>
                <a:lnTo>
                  <a:pt x="0" y="0"/>
                </a:lnTo>
                <a:lnTo>
                  <a:pt x="0" y="6878560"/>
                </a:lnTo>
                <a:lnTo>
                  <a:pt x="6070329" y="6878560"/>
                </a:lnTo>
                <a:lnTo>
                  <a:pt x="6070329" y="0"/>
                </a:lnTo>
                <a:close/>
              </a:path>
            </a:pathLst>
          </a:custGeom>
          <a:blipFill>
            <a:blip r:embed="rId8"/>
            <a:stretch>
              <a:fillRect l="0" t="0" r="0" b="0"/>
            </a:stretch>
          </a:blipFill>
        </p:spPr>
      </p:sp>
      <p:sp>
        <p:nvSpPr>
          <p:cNvPr name="Freeform 9" id="9"/>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9">
              <a:alphaModFix amt="88000"/>
            </a:blip>
            <a:stretch>
              <a:fillRect l="0" t="0" r="0" b="0"/>
            </a:stretch>
          </a:blipFill>
        </p:spPr>
      </p:sp>
      <p:sp>
        <p:nvSpPr>
          <p:cNvPr name="AutoShape 10" id="10"/>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11" id="11"/>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12" id="12"/>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13" id="13"/>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4" id="14"/>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5" id="15"/>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6" id="16"/>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2454199" y="-154904"/>
            <a:ext cx="11724278" cy="11724278"/>
          </a:xfrm>
          <a:custGeom>
            <a:avLst/>
            <a:gdLst/>
            <a:ahLst/>
            <a:cxnLst/>
            <a:rect r="r" b="b" t="t" l="l"/>
            <a:pathLst>
              <a:path h="11724278" w="11724278">
                <a:moveTo>
                  <a:pt x="0" y="0"/>
                </a:moveTo>
                <a:lnTo>
                  <a:pt x="11724278" y="0"/>
                </a:lnTo>
                <a:lnTo>
                  <a:pt x="11724278" y="11724278"/>
                </a:lnTo>
                <a:lnTo>
                  <a:pt x="0" y="11724278"/>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75874">
            <a:off x="8107438" y="781818"/>
            <a:ext cx="8209501" cy="6060105"/>
          </a:xfrm>
          <a:custGeom>
            <a:avLst/>
            <a:gdLst/>
            <a:ahLst/>
            <a:cxnLst/>
            <a:rect r="r" b="b" t="t" l="l"/>
            <a:pathLst>
              <a:path h="6060105" w="8209501">
                <a:moveTo>
                  <a:pt x="0" y="0"/>
                </a:moveTo>
                <a:lnTo>
                  <a:pt x="8209501" y="0"/>
                </a:lnTo>
                <a:lnTo>
                  <a:pt x="8209501" y="6060105"/>
                </a:lnTo>
                <a:lnTo>
                  <a:pt x="0" y="6060105"/>
                </a:lnTo>
                <a:lnTo>
                  <a:pt x="0" y="0"/>
                </a:lnTo>
                <a:close/>
              </a:path>
            </a:pathLst>
          </a:custGeom>
          <a:blipFill>
            <a:blip r:embed="rId6">
              <a:alphaModFix amt="32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7" id="7"/>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9" id="9"/>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10" id="10"/>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1" id="11"/>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2" id="12"/>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3" id="13"/>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02</a:t>
            </a:r>
          </a:p>
        </p:txBody>
      </p:sp>
      <p:sp>
        <p:nvSpPr>
          <p:cNvPr name="TextBox 14" id="14"/>
          <p:cNvSpPr txBox="true"/>
          <p:nvPr/>
        </p:nvSpPr>
        <p:spPr>
          <a:xfrm rot="0">
            <a:off x="9144000" y="2769319"/>
            <a:ext cx="7925127" cy="1042551"/>
          </a:xfrm>
          <a:prstGeom prst="rect">
            <a:avLst/>
          </a:prstGeom>
        </p:spPr>
        <p:txBody>
          <a:bodyPr anchor="t" rtlCol="false" tIns="0" lIns="0" bIns="0" rIns="0">
            <a:spAutoFit/>
          </a:bodyPr>
          <a:lstStyle/>
          <a:p>
            <a:pPr algn="l">
              <a:lnSpc>
                <a:spcPts val="8556"/>
              </a:lnSpc>
            </a:pPr>
            <a:r>
              <a:rPr lang="en-US" sz="6112" spc="256" b="true">
                <a:solidFill>
                  <a:srgbClr val="FFFFFF"/>
                </a:solidFill>
                <a:latin typeface="TT Lakes Neue Extended Bold"/>
                <a:ea typeface="TT Lakes Neue Extended Bold"/>
                <a:cs typeface="TT Lakes Neue Extended Bold"/>
                <a:sym typeface="TT Lakes Neue Extended Bold"/>
              </a:rPr>
              <a:t>Introduction</a:t>
            </a:r>
          </a:p>
        </p:txBody>
      </p:sp>
      <p:sp>
        <p:nvSpPr>
          <p:cNvPr name="TextBox 15" id="15"/>
          <p:cNvSpPr txBox="true"/>
          <p:nvPr/>
        </p:nvSpPr>
        <p:spPr>
          <a:xfrm rot="0">
            <a:off x="9144000" y="4229262"/>
            <a:ext cx="6948286" cy="33407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Viverra adipiscing at in tellus integer feugiat scelerisque varius morbi. Nulla pharetra diam sit amet nisl suscipit adipiscing. Arcu odio ut sem nulla pharetra diam sit amet nisl. Justo laoreet sit amet cursus sit. Sit amet justo donec enim diam vulputate ut. Et odio pellentesque diam volutpat commodo. Massa placerat duis ultricies lacus sed turpis tincidunt. Neque ornare aenean euismod elementum nisi quis eleifend. Tempor nec feugiat nisl pretium fusce id velit ut. Vel elit scelerisque mauris pellentesque.</a:t>
            </a:r>
            <a:r>
              <a:rPr lang="en-US" sz="1599">
                <a:solidFill>
                  <a:srgbClr val="FFFFFF"/>
                </a:solidFill>
                <a:latin typeface="Arian"/>
                <a:ea typeface="Arian"/>
                <a:cs typeface="Arian"/>
                <a:sym typeface="Arian"/>
              </a:rPr>
              <a:t> </a:t>
            </a:r>
          </a:p>
        </p:txBody>
      </p:sp>
      <p:sp>
        <p:nvSpPr>
          <p:cNvPr name="Freeform 16" id="16"/>
          <p:cNvSpPr/>
          <p:nvPr/>
        </p:nvSpPr>
        <p:spPr>
          <a:xfrm flipH="true" flipV="false" rot="686088">
            <a:off x="4692552" y="1874497"/>
            <a:ext cx="2048039" cy="2319568"/>
          </a:xfrm>
          <a:custGeom>
            <a:avLst/>
            <a:gdLst/>
            <a:ahLst/>
            <a:cxnLst/>
            <a:rect r="r" b="b" t="t" l="l"/>
            <a:pathLst>
              <a:path h="2319568" w="2048039">
                <a:moveTo>
                  <a:pt x="2048039" y="0"/>
                </a:moveTo>
                <a:lnTo>
                  <a:pt x="0" y="0"/>
                </a:lnTo>
                <a:lnTo>
                  <a:pt x="0" y="2319568"/>
                </a:lnTo>
                <a:lnTo>
                  <a:pt x="2048039" y="2319568"/>
                </a:lnTo>
                <a:lnTo>
                  <a:pt x="2048039" y="0"/>
                </a:lnTo>
                <a:close/>
              </a:path>
            </a:pathLst>
          </a:custGeom>
          <a:blipFill>
            <a:blip r:embed="rId11"/>
            <a:stretch>
              <a:fillRect l="0" t="0" r="0" b="0"/>
            </a:stretch>
          </a:blipFill>
        </p:spPr>
      </p:sp>
      <p:sp>
        <p:nvSpPr>
          <p:cNvPr name="Freeform 17" id="17"/>
          <p:cNvSpPr/>
          <p:nvPr/>
        </p:nvSpPr>
        <p:spPr>
          <a:xfrm flipH="false" flipV="false" rot="-1371923">
            <a:off x="1529837" y="2688639"/>
            <a:ext cx="5925271" cy="6710845"/>
          </a:xfrm>
          <a:custGeom>
            <a:avLst/>
            <a:gdLst/>
            <a:ahLst/>
            <a:cxnLst/>
            <a:rect r="r" b="b" t="t" l="l"/>
            <a:pathLst>
              <a:path h="6710845" w="5925271">
                <a:moveTo>
                  <a:pt x="0" y="0"/>
                </a:moveTo>
                <a:lnTo>
                  <a:pt x="5925271" y="0"/>
                </a:lnTo>
                <a:lnTo>
                  <a:pt x="5925271" y="6710845"/>
                </a:lnTo>
                <a:lnTo>
                  <a:pt x="0" y="6710845"/>
                </a:lnTo>
                <a:lnTo>
                  <a:pt x="0" y="0"/>
                </a:lnTo>
                <a:close/>
              </a:path>
            </a:pathLst>
          </a:custGeom>
          <a:blipFill>
            <a:blip r:embed="rId11"/>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5819796" y="-2180399"/>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73168">
            <a:off x="7545162" y="942183"/>
            <a:ext cx="11610040" cy="8570320"/>
          </a:xfrm>
          <a:custGeom>
            <a:avLst/>
            <a:gdLst/>
            <a:ahLst/>
            <a:cxnLst/>
            <a:rect r="r" b="b" t="t" l="l"/>
            <a:pathLst>
              <a:path h="8570320" w="11610040">
                <a:moveTo>
                  <a:pt x="0" y="0"/>
                </a:moveTo>
                <a:lnTo>
                  <a:pt x="11610040" y="0"/>
                </a:lnTo>
                <a:lnTo>
                  <a:pt x="11610040" y="8570321"/>
                </a:lnTo>
                <a:lnTo>
                  <a:pt x="0" y="8570321"/>
                </a:lnTo>
                <a:lnTo>
                  <a:pt x="0"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7" id="7"/>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8" id="8"/>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9" id="9"/>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0" id="10"/>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1" id="11"/>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2" id="12"/>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03</a:t>
            </a:r>
          </a:p>
        </p:txBody>
      </p:sp>
      <p:sp>
        <p:nvSpPr>
          <p:cNvPr name="Freeform 13" id="13"/>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839250" y="1825326"/>
            <a:ext cx="10372939" cy="1367357"/>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Hardware</a:t>
            </a:r>
            <a:r>
              <a:rPr lang="en-US" sz="7999" spc="335" b="true">
                <a:solidFill>
                  <a:srgbClr val="FFFFFF"/>
                </a:solidFill>
                <a:latin typeface="TT Lakes Neue Extended Bold"/>
                <a:ea typeface="TT Lakes Neue Extended Bold"/>
                <a:cs typeface="TT Lakes Neue Extended Bold"/>
                <a:sym typeface="TT Lakes Neue Extended Bold"/>
              </a:rPr>
              <a:t> </a:t>
            </a:r>
          </a:p>
        </p:txBody>
      </p:sp>
      <p:sp>
        <p:nvSpPr>
          <p:cNvPr name="TextBox 15" id="15"/>
          <p:cNvSpPr txBox="true"/>
          <p:nvPr/>
        </p:nvSpPr>
        <p:spPr>
          <a:xfrm rot="0">
            <a:off x="1839250" y="3087908"/>
            <a:ext cx="6819786" cy="916071"/>
          </a:xfrm>
          <a:prstGeom prst="rect">
            <a:avLst/>
          </a:prstGeom>
        </p:spPr>
        <p:txBody>
          <a:bodyPr anchor="t" rtlCol="false" tIns="0" lIns="0" bIns="0" rIns="0">
            <a:spAutoFit/>
          </a:bodyPr>
          <a:lstStyle/>
          <a:p>
            <a:pPr algn="l">
              <a:lnSpc>
                <a:spcPts val="7518"/>
              </a:lnSpc>
            </a:pPr>
            <a:r>
              <a:rPr lang="en-US" sz="5370" spc="225">
                <a:solidFill>
                  <a:srgbClr val="FFFFFF"/>
                </a:solidFill>
                <a:latin typeface="TT Lakes Neue Extended"/>
                <a:ea typeface="TT Lakes Neue Extended"/>
                <a:cs typeface="TT Lakes Neue Extended"/>
                <a:sym typeface="TT Lakes Neue Extended"/>
              </a:rPr>
              <a:t>Components</a:t>
            </a:r>
          </a:p>
        </p:txBody>
      </p:sp>
      <p:sp>
        <p:nvSpPr>
          <p:cNvPr name="TextBox 16" id="16"/>
          <p:cNvSpPr txBox="true"/>
          <p:nvPr/>
        </p:nvSpPr>
        <p:spPr>
          <a:xfrm rot="0">
            <a:off x="1839250" y="4665089"/>
            <a:ext cx="6948286" cy="361315"/>
          </a:xfrm>
          <a:prstGeom prst="rect">
            <a:avLst/>
          </a:prstGeom>
        </p:spPr>
        <p:txBody>
          <a:bodyPr anchor="t" rtlCol="false" tIns="0" lIns="0" bIns="0" rIns="0">
            <a:spAutoFit/>
          </a:bodyPr>
          <a:lstStyle/>
          <a:p>
            <a:pPr algn="l">
              <a:lnSpc>
                <a:spcPts val="2659"/>
              </a:lnSpc>
            </a:pPr>
            <a:r>
              <a:rPr lang="en-US" sz="1899" b="true">
                <a:solidFill>
                  <a:srgbClr val="FFFFFF"/>
                </a:solidFill>
                <a:latin typeface="Arian Bold"/>
                <a:ea typeface="Arian Bold"/>
                <a:cs typeface="Arian Bold"/>
                <a:sym typeface="Arian Bold"/>
              </a:rPr>
              <a:t>Central Processing Unit (CPU)</a:t>
            </a:r>
          </a:p>
        </p:txBody>
      </p:sp>
      <p:sp>
        <p:nvSpPr>
          <p:cNvPr name="TextBox 17" id="17"/>
          <p:cNvSpPr txBox="true"/>
          <p:nvPr/>
        </p:nvSpPr>
        <p:spPr>
          <a:xfrm rot="0">
            <a:off x="1839250" y="6828100"/>
            <a:ext cx="6948286" cy="361315"/>
          </a:xfrm>
          <a:prstGeom prst="rect">
            <a:avLst/>
          </a:prstGeom>
        </p:spPr>
        <p:txBody>
          <a:bodyPr anchor="t" rtlCol="false" tIns="0" lIns="0" bIns="0" rIns="0">
            <a:spAutoFit/>
          </a:bodyPr>
          <a:lstStyle/>
          <a:p>
            <a:pPr algn="l">
              <a:lnSpc>
                <a:spcPts val="2659"/>
              </a:lnSpc>
            </a:pPr>
            <a:r>
              <a:rPr lang="en-US" sz="1899" b="true">
                <a:solidFill>
                  <a:srgbClr val="FFFFFF"/>
                </a:solidFill>
                <a:latin typeface="Arian Bold"/>
                <a:ea typeface="Arian Bold"/>
                <a:cs typeface="Arian Bold"/>
                <a:sym typeface="Arian Bold"/>
              </a:rPr>
              <a:t>Memory (RAM and Storage)</a:t>
            </a:r>
          </a:p>
        </p:txBody>
      </p:sp>
      <p:sp>
        <p:nvSpPr>
          <p:cNvPr name="TextBox 18" id="18"/>
          <p:cNvSpPr txBox="true"/>
          <p:nvPr/>
        </p:nvSpPr>
        <p:spPr>
          <a:xfrm rot="0">
            <a:off x="1839250" y="5207274"/>
            <a:ext cx="7706325"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a:t>
            </a:r>
          </a:p>
        </p:txBody>
      </p:sp>
      <p:sp>
        <p:nvSpPr>
          <p:cNvPr name="TextBox 19" id="19"/>
          <p:cNvSpPr txBox="true"/>
          <p:nvPr/>
        </p:nvSpPr>
        <p:spPr>
          <a:xfrm rot="0">
            <a:off x="1839250" y="7283190"/>
            <a:ext cx="7706325"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a:t>
            </a:r>
          </a:p>
        </p:txBody>
      </p:sp>
      <p:sp>
        <p:nvSpPr>
          <p:cNvPr name="Freeform 20" id="20"/>
          <p:cNvSpPr/>
          <p:nvPr/>
        </p:nvSpPr>
        <p:spPr>
          <a:xfrm flipH="false" flipV="false" rot="374292">
            <a:off x="11260812" y="1898564"/>
            <a:ext cx="4541612" cy="7235412"/>
          </a:xfrm>
          <a:custGeom>
            <a:avLst/>
            <a:gdLst/>
            <a:ahLst/>
            <a:cxnLst/>
            <a:rect r="r" b="b" t="t" l="l"/>
            <a:pathLst>
              <a:path h="7235412" w="4541612">
                <a:moveTo>
                  <a:pt x="0" y="0"/>
                </a:moveTo>
                <a:lnTo>
                  <a:pt x="4541613" y="0"/>
                </a:lnTo>
                <a:lnTo>
                  <a:pt x="4541613" y="7235412"/>
                </a:lnTo>
                <a:lnTo>
                  <a:pt x="0" y="7235412"/>
                </a:lnTo>
                <a:lnTo>
                  <a:pt x="0" y="0"/>
                </a:lnTo>
                <a:close/>
              </a:path>
            </a:pathLst>
          </a:custGeom>
          <a:blipFill>
            <a:blip r:embed="rId11"/>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1227460">
            <a:off x="-1454951" y="-306184"/>
            <a:ext cx="8209501" cy="6060105"/>
          </a:xfrm>
          <a:custGeom>
            <a:avLst/>
            <a:gdLst/>
            <a:ahLst/>
            <a:cxnLst/>
            <a:rect r="r" b="b" t="t" l="l"/>
            <a:pathLst>
              <a:path h="6060105" w="8209501">
                <a:moveTo>
                  <a:pt x="0" y="0"/>
                </a:moveTo>
                <a:lnTo>
                  <a:pt x="8209502" y="0"/>
                </a:lnTo>
                <a:lnTo>
                  <a:pt x="8209502" y="6060105"/>
                </a:lnTo>
                <a:lnTo>
                  <a:pt x="0" y="60601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48120" y="5574887"/>
            <a:ext cx="9808535" cy="9808535"/>
          </a:xfrm>
          <a:custGeom>
            <a:avLst/>
            <a:gdLst/>
            <a:ahLst/>
            <a:cxnLst/>
            <a:rect r="r" b="b" t="t" l="l"/>
            <a:pathLst>
              <a:path h="9808535" w="9808535">
                <a:moveTo>
                  <a:pt x="0" y="0"/>
                </a:moveTo>
                <a:lnTo>
                  <a:pt x="9808534" y="0"/>
                </a:lnTo>
                <a:lnTo>
                  <a:pt x="9808534" y="9808535"/>
                </a:lnTo>
                <a:lnTo>
                  <a:pt x="0" y="9808535"/>
                </a:lnTo>
                <a:lnTo>
                  <a:pt x="0" y="0"/>
                </a:lnTo>
                <a:close/>
              </a:path>
            </a:pathLst>
          </a:custGeom>
          <a:blipFill>
            <a:blip r:embed="rId4">
              <a:alphaModFix amt="6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44577" y="-3139707"/>
            <a:ext cx="6009009" cy="6009009"/>
          </a:xfrm>
          <a:custGeom>
            <a:avLst/>
            <a:gdLst/>
            <a:ahLst/>
            <a:cxnLst/>
            <a:rect r="r" b="b" t="t" l="l"/>
            <a:pathLst>
              <a:path h="6009009" w="6009009">
                <a:moveTo>
                  <a:pt x="0" y="0"/>
                </a:moveTo>
                <a:lnTo>
                  <a:pt x="6009009" y="0"/>
                </a:lnTo>
                <a:lnTo>
                  <a:pt x="6009009"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7" id="7"/>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8" id="8"/>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9" id="9"/>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0" id="10"/>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1" id="11"/>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2" id="12"/>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04</a:t>
            </a:r>
          </a:p>
        </p:txBody>
      </p:sp>
      <p:sp>
        <p:nvSpPr>
          <p:cNvPr name="Freeform 13" id="13"/>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839250" y="4817500"/>
            <a:ext cx="6948286" cy="278828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Viverra adipiscing at in tellus integer feugiat scelerisque varius morbi. Nulla pharetra diam sit amet nisl suscipit adipiscing. Arcu odio ut sem nulla pharetra diam sit amet nisl. Justo laoreet sit amet cursus sit. Sit amet justo donec enim diam vulputate ut. Et odio pellentesque diam volutpat commodo. Massa placerat duis ultricies lacus sed turpis tincidunt. Neque ornare aenean euismod elementum nisi quis eleifend. </a:t>
            </a:r>
          </a:p>
        </p:txBody>
      </p:sp>
      <p:sp>
        <p:nvSpPr>
          <p:cNvPr name="Freeform 15" id="15"/>
          <p:cNvSpPr/>
          <p:nvPr/>
        </p:nvSpPr>
        <p:spPr>
          <a:xfrm flipH="false" flipV="false" rot="554110">
            <a:off x="10371353" y="2157356"/>
            <a:ext cx="5957482" cy="6628631"/>
          </a:xfrm>
          <a:custGeom>
            <a:avLst/>
            <a:gdLst/>
            <a:ahLst/>
            <a:cxnLst/>
            <a:rect r="r" b="b" t="t" l="l"/>
            <a:pathLst>
              <a:path h="6628631" w="5957482">
                <a:moveTo>
                  <a:pt x="0" y="0"/>
                </a:moveTo>
                <a:lnTo>
                  <a:pt x="5957483" y="0"/>
                </a:lnTo>
                <a:lnTo>
                  <a:pt x="5957483" y="6628631"/>
                </a:lnTo>
                <a:lnTo>
                  <a:pt x="0" y="6628631"/>
                </a:lnTo>
                <a:lnTo>
                  <a:pt x="0" y="0"/>
                </a:lnTo>
                <a:close/>
              </a:path>
            </a:pathLst>
          </a:custGeom>
          <a:blipFill>
            <a:blip r:embed="rId11"/>
            <a:stretch>
              <a:fillRect l="0" t="0" r="0" b="0"/>
            </a:stretch>
          </a:blipFill>
        </p:spPr>
      </p:sp>
      <p:sp>
        <p:nvSpPr>
          <p:cNvPr name="TextBox 16" id="16"/>
          <p:cNvSpPr txBox="true"/>
          <p:nvPr/>
        </p:nvSpPr>
        <p:spPr>
          <a:xfrm rot="0">
            <a:off x="1839250" y="1825326"/>
            <a:ext cx="10372939" cy="1367357"/>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Software</a:t>
            </a:r>
            <a:r>
              <a:rPr lang="en-US" sz="7999" spc="335" b="true">
                <a:solidFill>
                  <a:srgbClr val="FFFFFF"/>
                </a:solidFill>
                <a:latin typeface="TT Lakes Neue Extended Bold"/>
                <a:ea typeface="TT Lakes Neue Extended Bold"/>
                <a:cs typeface="TT Lakes Neue Extended Bold"/>
                <a:sym typeface="TT Lakes Neue Extended Bold"/>
              </a:rPr>
              <a:t> </a:t>
            </a:r>
          </a:p>
        </p:txBody>
      </p:sp>
      <p:sp>
        <p:nvSpPr>
          <p:cNvPr name="TextBox 17" id="17"/>
          <p:cNvSpPr txBox="true"/>
          <p:nvPr/>
        </p:nvSpPr>
        <p:spPr>
          <a:xfrm rot="0">
            <a:off x="1839250" y="3087908"/>
            <a:ext cx="6819786" cy="916071"/>
          </a:xfrm>
          <a:prstGeom prst="rect">
            <a:avLst/>
          </a:prstGeom>
        </p:spPr>
        <p:txBody>
          <a:bodyPr anchor="t" rtlCol="false" tIns="0" lIns="0" bIns="0" rIns="0">
            <a:spAutoFit/>
          </a:bodyPr>
          <a:lstStyle/>
          <a:p>
            <a:pPr algn="l">
              <a:lnSpc>
                <a:spcPts val="7518"/>
              </a:lnSpc>
            </a:pPr>
            <a:r>
              <a:rPr lang="en-US" sz="5370" spc="225">
                <a:solidFill>
                  <a:srgbClr val="FFFFFF"/>
                </a:solidFill>
                <a:latin typeface="TT Lakes Neue Extended"/>
                <a:ea typeface="TT Lakes Neue Extended"/>
                <a:cs typeface="TT Lakes Neue Extended"/>
                <a:sym typeface="TT Lakes Neue Extended"/>
              </a:rPr>
              <a:t>Components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1227460">
            <a:off x="7879312" y="578427"/>
            <a:ext cx="8209501" cy="6060105"/>
          </a:xfrm>
          <a:custGeom>
            <a:avLst/>
            <a:gdLst/>
            <a:ahLst/>
            <a:cxnLst/>
            <a:rect r="r" b="b" t="t" l="l"/>
            <a:pathLst>
              <a:path h="6060105" w="8209501">
                <a:moveTo>
                  <a:pt x="0" y="0"/>
                </a:moveTo>
                <a:lnTo>
                  <a:pt x="8209502" y="0"/>
                </a:lnTo>
                <a:lnTo>
                  <a:pt x="8209502" y="6060104"/>
                </a:lnTo>
                <a:lnTo>
                  <a:pt x="0" y="606010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10048" y="6083401"/>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15074" y="4880359"/>
            <a:ext cx="9808535" cy="9808535"/>
          </a:xfrm>
          <a:custGeom>
            <a:avLst/>
            <a:gdLst/>
            <a:ahLst/>
            <a:cxnLst/>
            <a:rect r="r" b="b" t="t" l="l"/>
            <a:pathLst>
              <a:path h="9808535" w="9808535">
                <a:moveTo>
                  <a:pt x="0" y="0"/>
                </a:moveTo>
                <a:lnTo>
                  <a:pt x="9808534" y="0"/>
                </a:lnTo>
                <a:lnTo>
                  <a:pt x="9808534" y="9808535"/>
                </a:lnTo>
                <a:lnTo>
                  <a:pt x="0" y="9808535"/>
                </a:lnTo>
                <a:lnTo>
                  <a:pt x="0" y="0"/>
                </a:lnTo>
                <a:close/>
              </a:path>
            </a:pathLst>
          </a:custGeom>
          <a:blipFill>
            <a:blip r:embed="rId6">
              <a:alphaModFix amt="6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7" id="7"/>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8" id="8"/>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9" id="9"/>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0" id="10"/>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1" id="11"/>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2" id="12"/>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05</a:t>
            </a:r>
          </a:p>
        </p:txBody>
      </p:sp>
      <p:sp>
        <p:nvSpPr>
          <p:cNvPr name="Freeform 13" id="13"/>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8890263" y="2241122"/>
            <a:ext cx="9058834" cy="1367357"/>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Networking</a:t>
            </a:r>
            <a:r>
              <a:rPr lang="en-US" sz="7999" spc="335" b="true">
                <a:solidFill>
                  <a:srgbClr val="FFFFFF"/>
                </a:solidFill>
                <a:latin typeface="TT Lakes Neue Extended Bold"/>
                <a:ea typeface="TT Lakes Neue Extended Bold"/>
                <a:cs typeface="TT Lakes Neue Extended Bold"/>
                <a:sym typeface="TT Lakes Neue Extended Bold"/>
              </a:rPr>
              <a:t> </a:t>
            </a:r>
          </a:p>
        </p:txBody>
      </p:sp>
      <p:sp>
        <p:nvSpPr>
          <p:cNvPr name="TextBox 15" id="15"/>
          <p:cNvSpPr txBox="true"/>
          <p:nvPr/>
        </p:nvSpPr>
        <p:spPr>
          <a:xfrm rot="0">
            <a:off x="8890263" y="3503704"/>
            <a:ext cx="6819786" cy="916071"/>
          </a:xfrm>
          <a:prstGeom prst="rect">
            <a:avLst/>
          </a:prstGeom>
        </p:spPr>
        <p:txBody>
          <a:bodyPr anchor="t" rtlCol="false" tIns="0" lIns="0" bIns="0" rIns="0">
            <a:spAutoFit/>
          </a:bodyPr>
          <a:lstStyle/>
          <a:p>
            <a:pPr algn="l">
              <a:lnSpc>
                <a:spcPts val="7518"/>
              </a:lnSpc>
            </a:pPr>
            <a:r>
              <a:rPr lang="en-US" sz="5370" spc="225">
                <a:solidFill>
                  <a:srgbClr val="FFFFFF"/>
                </a:solidFill>
                <a:latin typeface="TT Lakes Neue Extended"/>
                <a:ea typeface="TT Lakes Neue Extended"/>
                <a:cs typeface="TT Lakes Neue Extended"/>
                <a:sym typeface="TT Lakes Neue Extended"/>
              </a:rPr>
              <a:t>&amp; the Internet</a:t>
            </a:r>
          </a:p>
        </p:txBody>
      </p:sp>
      <p:sp>
        <p:nvSpPr>
          <p:cNvPr name="TextBox 16" id="16"/>
          <p:cNvSpPr txBox="true"/>
          <p:nvPr/>
        </p:nvSpPr>
        <p:spPr>
          <a:xfrm rot="0">
            <a:off x="8890263" y="5115100"/>
            <a:ext cx="7706325"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a:t>
            </a:r>
          </a:p>
        </p:txBody>
      </p:sp>
      <p:sp>
        <p:nvSpPr>
          <p:cNvPr name="TextBox 17" id="17"/>
          <p:cNvSpPr txBox="true"/>
          <p:nvPr/>
        </p:nvSpPr>
        <p:spPr>
          <a:xfrm rot="0">
            <a:off x="8890263" y="6560361"/>
            <a:ext cx="7706325"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a:t>
            </a:r>
          </a:p>
        </p:txBody>
      </p:sp>
      <p:sp>
        <p:nvSpPr>
          <p:cNvPr name="Freeform 18" id="18"/>
          <p:cNvSpPr/>
          <p:nvPr/>
        </p:nvSpPr>
        <p:spPr>
          <a:xfrm flipH="false" flipV="false" rot="0">
            <a:off x="1497449" y="2587292"/>
            <a:ext cx="5938787" cy="5953671"/>
          </a:xfrm>
          <a:custGeom>
            <a:avLst/>
            <a:gdLst/>
            <a:ahLst/>
            <a:cxnLst/>
            <a:rect r="r" b="b" t="t" l="l"/>
            <a:pathLst>
              <a:path h="5953671" w="5938787">
                <a:moveTo>
                  <a:pt x="0" y="0"/>
                </a:moveTo>
                <a:lnTo>
                  <a:pt x="5938787" y="0"/>
                </a:lnTo>
                <a:lnTo>
                  <a:pt x="5938787" y="5953671"/>
                </a:lnTo>
                <a:lnTo>
                  <a:pt x="0" y="5953671"/>
                </a:lnTo>
                <a:lnTo>
                  <a:pt x="0" y="0"/>
                </a:lnTo>
                <a:close/>
              </a:path>
            </a:pathLst>
          </a:custGeom>
          <a:blipFill>
            <a:blip r:embed="rId11"/>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743786">
            <a:off x="-2052015" y="1636468"/>
            <a:ext cx="8209501" cy="6060105"/>
          </a:xfrm>
          <a:custGeom>
            <a:avLst/>
            <a:gdLst/>
            <a:ahLst/>
            <a:cxnLst/>
            <a:rect r="r" b="b" t="t" l="l"/>
            <a:pathLst>
              <a:path h="6060105" w="8209501">
                <a:moveTo>
                  <a:pt x="0" y="0"/>
                </a:moveTo>
                <a:lnTo>
                  <a:pt x="8209501" y="0"/>
                </a:lnTo>
                <a:lnTo>
                  <a:pt x="8209501" y="6060105"/>
                </a:lnTo>
                <a:lnTo>
                  <a:pt x="0" y="60601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48120" y="5574887"/>
            <a:ext cx="9808535" cy="9808535"/>
          </a:xfrm>
          <a:custGeom>
            <a:avLst/>
            <a:gdLst/>
            <a:ahLst/>
            <a:cxnLst/>
            <a:rect r="r" b="b" t="t" l="l"/>
            <a:pathLst>
              <a:path h="9808535" w="9808535">
                <a:moveTo>
                  <a:pt x="0" y="0"/>
                </a:moveTo>
                <a:lnTo>
                  <a:pt x="9808534" y="0"/>
                </a:lnTo>
                <a:lnTo>
                  <a:pt x="9808534" y="9808535"/>
                </a:lnTo>
                <a:lnTo>
                  <a:pt x="0" y="9808535"/>
                </a:lnTo>
                <a:lnTo>
                  <a:pt x="0" y="0"/>
                </a:lnTo>
                <a:close/>
              </a:path>
            </a:pathLst>
          </a:custGeom>
          <a:blipFill>
            <a:blip r:embed="rId4">
              <a:alphaModFix amt="6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44577" y="-3139707"/>
            <a:ext cx="6009009" cy="6009009"/>
          </a:xfrm>
          <a:custGeom>
            <a:avLst/>
            <a:gdLst/>
            <a:ahLst/>
            <a:cxnLst/>
            <a:rect r="r" b="b" t="t" l="l"/>
            <a:pathLst>
              <a:path h="6009009" w="6009009">
                <a:moveTo>
                  <a:pt x="0" y="0"/>
                </a:moveTo>
                <a:lnTo>
                  <a:pt x="6009009" y="0"/>
                </a:lnTo>
                <a:lnTo>
                  <a:pt x="6009009"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7" id="7"/>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5818135" y="1989762"/>
            <a:ext cx="12469865" cy="1644655"/>
          </a:xfrm>
          <a:custGeom>
            <a:avLst/>
            <a:gdLst/>
            <a:ahLst/>
            <a:cxnLst/>
            <a:rect r="r" b="b" t="t" l="l"/>
            <a:pathLst>
              <a:path h="1644655" w="12469865">
                <a:moveTo>
                  <a:pt x="0" y="0"/>
                </a:moveTo>
                <a:lnTo>
                  <a:pt x="12469865" y="0"/>
                </a:lnTo>
                <a:lnTo>
                  <a:pt x="12469865" y="1644655"/>
                </a:lnTo>
                <a:lnTo>
                  <a:pt x="0" y="1644655"/>
                </a:lnTo>
                <a:lnTo>
                  <a:pt x="0" y="0"/>
                </a:lnTo>
                <a:close/>
              </a:path>
            </a:pathLst>
          </a:custGeom>
          <a:blipFill>
            <a:blip r:embed="rId11">
              <a:alphaModFix amt="76000"/>
            </a:blip>
            <a:stretch>
              <a:fillRect l="0" t="-163245" r="0" b="-163245"/>
            </a:stretch>
          </a:blipFill>
        </p:spPr>
      </p:sp>
      <p:sp>
        <p:nvSpPr>
          <p:cNvPr name="Freeform 9" id="9"/>
          <p:cNvSpPr/>
          <p:nvPr/>
        </p:nvSpPr>
        <p:spPr>
          <a:xfrm flipH="false" flipV="false" rot="0">
            <a:off x="0" y="2022839"/>
            <a:ext cx="5587428" cy="1611578"/>
          </a:xfrm>
          <a:custGeom>
            <a:avLst/>
            <a:gdLst/>
            <a:ahLst/>
            <a:cxnLst/>
            <a:rect r="r" b="b" t="t" l="l"/>
            <a:pathLst>
              <a:path h="1611578" w="5587428">
                <a:moveTo>
                  <a:pt x="0" y="0"/>
                </a:moveTo>
                <a:lnTo>
                  <a:pt x="5587428" y="0"/>
                </a:lnTo>
                <a:lnTo>
                  <a:pt x="5587428" y="1611578"/>
                </a:lnTo>
                <a:lnTo>
                  <a:pt x="0" y="1611578"/>
                </a:lnTo>
                <a:lnTo>
                  <a:pt x="0" y="0"/>
                </a:lnTo>
                <a:close/>
              </a:path>
            </a:pathLst>
          </a:custGeom>
          <a:blipFill>
            <a:blip r:embed="rId12"/>
            <a:stretch>
              <a:fillRect l="-97759" t="-138376" r="-7923" b="-82523"/>
            </a:stretch>
          </a:blipFill>
        </p:spPr>
      </p:sp>
      <p:sp>
        <p:nvSpPr>
          <p:cNvPr name="TextBox 10" id="10"/>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11" id="11"/>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12" id="12"/>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3" id="13"/>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4" id="14"/>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5" id="15"/>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06</a:t>
            </a:r>
          </a:p>
        </p:txBody>
      </p:sp>
      <p:sp>
        <p:nvSpPr>
          <p:cNvPr name="TextBox 16" id="16"/>
          <p:cNvSpPr txBox="true"/>
          <p:nvPr/>
        </p:nvSpPr>
        <p:spPr>
          <a:xfrm rot="0">
            <a:off x="1028700" y="4429318"/>
            <a:ext cx="2849066" cy="1089618"/>
          </a:xfrm>
          <a:prstGeom prst="rect">
            <a:avLst/>
          </a:prstGeom>
        </p:spPr>
        <p:txBody>
          <a:bodyPr anchor="t" rtlCol="false" tIns="0" lIns="0" bIns="0" rIns="0">
            <a:spAutoFit/>
          </a:bodyPr>
          <a:lstStyle/>
          <a:p>
            <a:pPr algn="l">
              <a:lnSpc>
                <a:spcPts val="8990"/>
              </a:lnSpc>
            </a:pPr>
            <a:r>
              <a:rPr lang="en-US" sz="6422" spc="269" b="true">
                <a:solidFill>
                  <a:srgbClr val="FFFFFF"/>
                </a:solidFill>
                <a:latin typeface="TT Lakes Neue Extended Bold"/>
                <a:ea typeface="TT Lakes Neue Extended Bold"/>
                <a:cs typeface="TT Lakes Neue Extended Bold"/>
                <a:sym typeface="TT Lakes Neue Extended Bold"/>
              </a:rPr>
              <a:t>Data</a:t>
            </a:r>
          </a:p>
        </p:txBody>
      </p:sp>
      <p:sp>
        <p:nvSpPr>
          <p:cNvPr name="TextBox 17" id="17"/>
          <p:cNvSpPr txBox="true"/>
          <p:nvPr/>
        </p:nvSpPr>
        <p:spPr>
          <a:xfrm rot="0">
            <a:off x="3693509" y="4451534"/>
            <a:ext cx="7250967" cy="1090475"/>
          </a:xfrm>
          <a:prstGeom prst="rect">
            <a:avLst/>
          </a:prstGeom>
        </p:spPr>
        <p:txBody>
          <a:bodyPr anchor="t" rtlCol="false" tIns="0" lIns="0" bIns="0" rIns="0">
            <a:spAutoFit/>
          </a:bodyPr>
          <a:lstStyle/>
          <a:p>
            <a:pPr algn="l">
              <a:lnSpc>
                <a:spcPts val="8990"/>
              </a:lnSpc>
            </a:pPr>
            <a:r>
              <a:rPr lang="en-US" sz="6422" spc="269">
                <a:solidFill>
                  <a:srgbClr val="FFFFFF"/>
                </a:solidFill>
                <a:latin typeface="TT Lakes Neue Extended"/>
                <a:ea typeface="TT Lakes Neue Extended"/>
                <a:cs typeface="TT Lakes Neue Extended"/>
                <a:sym typeface="TT Lakes Neue Extended"/>
              </a:rPr>
              <a:t>Management</a:t>
            </a:r>
          </a:p>
        </p:txBody>
      </p:sp>
      <p:sp>
        <p:nvSpPr>
          <p:cNvPr name="TextBox 18" id="18"/>
          <p:cNvSpPr txBox="true"/>
          <p:nvPr/>
        </p:nvSpPr>
        <p:spPr>
          <a:xfrm rot="0">
            <a:off x="1028700" y="6375008"/>
            <a:ext cx="3718438" cy="361315"/>
          </a:xfrm>
          <a:prstGeom prst="rect">
            <a:avLst/>
          </a:prstGeom>
        </p:spPr>
        <p:txBody>
          <a:bodyPr anchor="t" rtlCol="false" tIns="0" lIns="0" bIns="0" rIns="0">
            <a:spAutoFit/>
          </a:bodyPr>
          <a:lstStyle/>
          <a:p>
            <a:pPr algn="l">
              <a:lnSpc>
                <a:spcPts val="2659"/>
              </a:lnSpc>
            </a:pPr>
            <a:r>
              <a:rPr lang="en-US" sz="1899" b="true">
                <a:solidFill>
                  <a:srgbClr val="FFFFFF"/>
                </a:solidFill>
                <a:latin typeface="Arian Bold"/>
                <a:ea typeface="Arian Bold"/>
                <a:cs typeface="Arian Bold"/>
                <a:sym typeface="Arian Bold"/>
              </a:rPr>
              <a:t>Databases</a:t>
            </a:r>
          </a:p>
        </p:txBody>
      </p:sp>
      <p:sp>
        <p:nvSpPr>
          <p:cNvPr name="TextBox 19" id="19"/>
          <p:cNvSpPr txBox="true"/>
          <p:nvPr/>
        </p:nvSpPr>
        <p:spPr>
          <a:xfrm rot="0">
            <a:off x="1028700" y="6917193"/>
            <a:ext cx="4270653"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a:t>
            </a:r>
          </a:p>
        </p:txBody>
      </p:sp>
      <p:sp>
        <p:nvSpPr>
          <p:cNvPr name="TextBox 20" id="20"/>
          <p:cNvSpPr txBox="true"/>
          <p:nvPr/>
        </p:nvSpPr>
        <p:spPr>
          <a:xfrm rot="0">
            <a:off x="6931337" y="6375008"/>
            <a:ext cx="4013138" cy="361315"/>
          </a:xfrm>
          <a:prstGeom prst="rect">
            <a:avLst/>
          </a:prstGeom>
        </p:spPr>
        <p:txBody>
          <a:bodyPr anchor="t" rtlCol="false" tIns="0" lIns="0" bIns="0" rIns="0">
            <a:spAutoFit/>
          </a:bodyPr>
          <a:lstStyle/>
          <a:p>
            <a:pPr algn="l">
              <a:lnSpc>
                <a:spcPts val="2659"/>
              </a:lnSpc>
            </a:pPr>
            <a:r>
              <a:rPr lang="en-US" sz="1899" b="true">
                <a:solidFill>
                  <a:srgbClr val="FFFFFF"/>
                </a:solidFill>
                <a:latin typeface="Arian Bold"/>
                <a:ea typeface="Arian Bold"/>
                <a:cs typeface="Arian Bold"/>
                <a:sym typeface="Arian Bold"/>
              </a:rPr>
              <a:t>Data Security</a:t>
            </a:r>
          </a:p>
        </p:txBody>
      </p:sp>
      <p:sp>
        <p:nvSpPr>
          <p:cNvPr name="TextBox 21" id="21"/>
          <p:cNvSpPr txBox="true"/>
          <p:nvPr/>
        </p:nvSpPr>
        <p:spPr>
          <a:xfrm rot="0">
            <a:off x="6931337" y="6917193"/>
            <a:ext cx="4286486"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a:t>
            </a:r>
          </a:p>
        </p:txBody>
      </p:sp>
      <p:sp>
        <p:nvSpPr>
          <p:cNvPr name="TextBox 22" id="22"/>
          <p:cNvSpPr txBox="true"/>
          <p:nvPr/>
        </p:nvSpPr>
        <p:spPr>
          <a:xfrm rot="0">
            <a:off x="12833974" y="6375008"/>
            <a:ext cx="4845031" cy="361315"/>
          </a:xfrm>
          <a:prstGeom prst="rect">
            <a:avLst/>
          </a:prstGeom>
        </p:spPr>
        <p:txBody>
          <a:bodyPr anchor="t" rtlCol="false" tIns="0" lIns="0" bIns="0" rIns="0">
            <a:spAutoFit/>
          </a:bodyPr>
          <a:lstStyle/>
          <a:p>
            <a:pPr algn="l">
              <a:lnSpc>
                <a:spcPts val="2659"/>
              </a:lnSpc>
            </a:pPr>
            <a:r>
              <a:rPr lang="en-US" sz="1899" b="true">
                <a:solidFill>
                  <a:srgbClr val="FFFFFF"/>
                </a:solidFill>
                <a:latin typeface="Arian Bold"/>
                <a:ea typeface="Arian Bold"/>
                <a:cs typeface="Arian Bold"/>
                <a:sym typeface="Arian Bold"/>
              </a:rPr>
              <a:t>Data Analytics</a:t>
            </a:r>
          </a:p>
        </p:txBody>
      </p:sp>
      <p:sp>
        <p:nvSpPr>
          <p:cNvPr name="TextBox 23" id="23"/>
          <p:cNvSpPr txBox="true"/>
          <p:nvPr/>
        </p:nvSpPr>
        <p:spPr>
          <a:xfrm rot="0">
            <a:off x="12833974" y="6917193"/>
            <a:ext cx="4206512"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5819796" y="-2180399"/>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73168">
            <a:off x="7545162" y="942183"/>
            <a:ext cx="11610040" cy="8570320"/>
          </a:xfrm>
          <a:custGeom>
            <a:avLst/>
            <a:gdLst/>
            <a:ahLst/>
            <a:cxnLst/>
            <a:rect r="r" b="b" t="t" l="l"/>
            <a:pathLst>
              <a:path h="8570320" w="11610040">
                <a:moveTo>
                  <a:pt x="0" y="0"/>
                </a:moveTo>
                <a:lnTo>
                  <a:pt x="11610040" y="0"/>
                </a:lnTo>
                <a:lnTo>
                  <a:pt x="11610040" y="8570321"/>
                </a:lnTo>
                <a:lnTo>
                  <a:pt x="0" y="8570321"/>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7" id="7"/>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8" id="8"/>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9" id="9"/>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0" id="10"/>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1" id="11"/>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2" id="12"/>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07</a:t>
            </a:r>
          </a:p>
        </p:txBody>
      </p:sp>
      <p:sp>
        <p:nvSpPr>
          <p:cNvPr name="Freeform 13" id="13"/>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839250" y="2268638"/>
            <a:ext cx="10372939" cy="1367357"/>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Emerging</a:t>
            </a:r>
            <a:r>
              <a:rPr lang="en-US" sz="7999" spc="335" b="true">
                <a:solidFill>
                  <a:srgbClr val="FFFFFF"/>
                </a:solidFill>
                <a:latin typeface="TT Lakes Neue Extended Bold"/>
                <a:ea typeface="TT Lakes Neue Extended Bold"/>
                <a:cs typeface="TT Lakes Neue Extended Bold"/>
                <a:sym typeface="TT Lakes Neue Extended Bold"/>
              </a:rPr>
              <a:t> </a:t>
            </a:r>
          </a:p>
        </p:txBody>
      </p:sp>
      <p:sp>
        <p:nvSpPr>
          <p:cNvPr name="TextBox 15" id="15"/>
          <p:cNvSpPr txBox="true"/>
          <p:nvPr/>
        </p:nvSpPr>
        <p:spPr>
          <a:xfrm rot="0">
            <a:off x="1839250" y="3531220"/>
            <a:ext cx="6819786" cy="916071"/>
          </a:xfrm>
          <a:prstGeom prst="rect">
            <a:avLst/>
          </a:prstGeom>
        </p:spPr>
        <p:txBody>
          <a:bodyPr anchor="t" rtlCol="false" tIns="0" lIns="0" bIns="0" rIns="0">
            <a:spAutoFit/>
          </a:bodyPr>
          <a:lstStyle/>
          <a:p>
            <a:pPr algn="l">
              <a:lnSpc>
                <a:spcPts val="7518"/>
              </a:lnSpc>
            </a:pPr>
            <a:r>
              <a:rPr lang="en-US" sz="5370" spc="225">
                <a:solidFill>
                  <a:srgbClr val="FFFFFF"/>
                </a:solidFill>
                <a:latin typeface="TT Lakes Neue Extended"/>
                <a:ea typeface="TT Lakes Neue Extended"/>
                <a:cs typeface="TT Lakes Neue Extended"/>
                <a:sym typeface="TT Lakes Neue Extended"/>
              </a:rPr>
              <a:t>Technologies</a:t>
            </a:r>
          </a:p>
        </p:txBody>
      </p:sp>
      <p:sp>
        <p:nvSpPr>
          <p:cNvPr name="TextBox 16" id="16"/>
          <p:cNvSpPr txBox="true"/>
          <p:nvPr/>
        </p:nvSpPr>
        <p:spPr>
          <a:xfrm rot="0">
            <a:off x="1839250" y="5076825"/>
            <a:ext cx="7706325"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a:t>
            </a:r>
          </a:p>
        </p:txBody>
      </p:sp>
      <p:sp>
        <p:nvSpPr>
          <p:cNvPr name="TextBox 17" id="17"/>
          <p:cNvSpPr txBox="true"/>
          <p:nvPr/>
        </p:nvSpPr>
        <p:spPr>
          <a:xfrm rot="0">
            <a:off x="1839250" y="6522085"/>
            <a:ext cx="7706325"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a:t>
            </a:r>
          </a:p>
        </p:txBody>
      </p:sp>
      <p:sp>
        <p:nvSpPr>
          <p:cNvPr name="Freeform 18" id="18"/>
          <p:cNvSpPr/>
          <p:nvPr/>
        </p:nvSpPr>
        <p:spPr>
          <a:xfrm flipH="false" flipV="false" rot="-852317">
            <a:off x="10764825" y="2491026"/>
            <a:ext cx="6703141" cy="5102766"/>
          </a:xfrm>
          <a:custGeom>
            <a:avLst/>
            <a:gdLst/>
            <a:ahLst/>
            <a:cxnLst/>
            <a:rect r="r" b="b" t="t" l="l"/>
            <a:pathLst>
              <a:path h="5102766" w="6703141">
                <a:moveTo>
                  <a:pt x="0" y="0"/>
                </a:moveTo>
                <a:lnTo>
                  <a:pt x="6703141" y="0"/>
                </a:lnTo>
                <a:lnTo>
                  <a:pt x="6703141" y="5102766"/>
                </a:lnTo>
                <a:lnTo>
                  <a:pt x="0" y="5102766"/>
                </a:lnTo>
                <a:lnTo>
                  <a:pt x="0" y="0"/>
                </a:lnTo>
                <a:close/>
              </a:path>
            </a:pathLst>
          </a:custGeom>
          <a:blipFill>
            <a:blip r:embed="rId11"/>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5819796" y="-2180399"/>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89907">
            <a:off x="7837265" y="-3256460"/>
            <a:ext cx="11610040" cy="8570320"/>
          </a:xfrm>
          <a:custGeom>
            <a:avLst/>
            <a:gdLst/>
            <a:ahLst/>
            <a:cxnLst/>
            <a:rect r="r" b="b" t="t" l="l"/>
            <a:pathLst>
              <a:path h="8570320" w="11610040">
                <a:moveTo>
                  <a:pt x="0" y="0"/>
                </a:moveTo>
                <a:lnTo>
                  <a:pt x="11610040" y="0"/>
                </a:lnTo>
                <a:lnTo>
                  <a:pt x="11610040" y="8570320"/>
                </a:lnTo>
                <a:lnTo>
                  <a:pt x="0" y="8570320"/>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7" id="7"/>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0" y="7103362"/>
            <a:ext cx="18307273" cy="1437420"/>
          </a:xfrm>
          <a:custGeom>
            <a:avLst/>
            <a:gdLst/>
            <a:ahLst/>
            <a:cxnLst/>
            <a:rect r="r" b="b" t="t" l="l"/>
            <a:pathLst>
              <a:path h="1437420" w="18307273">
                <a:moveTo>
                  <a:pt x="0" y="0"/>
                </a:moveTo>
                <a:lnTo>
                  <a:pt x="18307273" y="0"/>
                </a:lnTo>
                <a:lnTo>
                  <a:pt x="18307273" y="1437420"/>
                </a:lnTo>
                <a:lnTo>
                  <a:pt x="0" y="1437420"/>
                </a:lnTo>
                <a:lnTo>
                  <a:pt x="0" y="0"/>
                </a:lnTo>
                <a:close/>
              </a:path>
            </a:pathLst>
          </a:custGeom>
          <a:blipFill>
            <a:blip r:embed="rId11"/>
            <a:stretch>
              <a:fillRect l="0" t="-417213" r="0" b="-199198"/>
            </a:stretch>
          </a:blipFill>
        </p:spPr>
      </p:sp>
      <p:sp>
        <p:nvSpPr>
          <p:cNvPr name="TextBox 9" id="9"/>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10" id="10"/>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11" id="11"/>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2" id="12"/>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3" id="13"/>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4" id="14"/>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08</a:t>
            </a:r>
          </a:p>
        </p:txBody>
      </p:sp>
      <p:sp>
        <p:nvSpPr>
          <p:cNvPr name="TextBox 15" id="15"/>
          <p:cNvSpPr txBox="true"/>
          <p:nvPr/>
        </p:nvSpPr>
        <p:spPr>
          <a:xfrm rot="0">
            <a:off x="3957531" y="2115035"/>
            <a:ext cx="10372939" cy="1368426"/>
          </a:xfrm>
          <a:prstGeom prst="rect">
            <a:avLst/>
          </a:prstGeom>
        </p:spPr>
        <p:txBody>
          <a:bodyPr anchor="t" rtlCol="false" tIns="0" lIns="0" bIns="0" rIns="0">
            <a:spAutoFit/>
          </a:bodyPr>
          <a:lstStyle/>
          <a:p>
            <a:pPr algn="ctr">
              <a:lnSpc>
                <a:spcPts val="11199"/>
              </a:lnSpc>
            </a:pPr>
            <a:r>
              <a:rPr lang="en-US" b="true" sz="7999" spc="335">
                <a:solidFill>
                  <a:srgbClr val="FFFFFF"/>
                </a:solidFill>
                <a:latin typeface="TT Lakes Neue Extended Bold"/>
                <a:ea typeface="TT Lakes Neue Extended Bold"/>
                <a:cs typeface="TT Lakes Neue Extended Bold"/>
                <a:sym typeface="TT Lakes Neue Extended Bold"/>
              </a:rPr>
              <a:t>Cybersecurity</a:t>
            </a:r>
          </a:p>
        </p:txBody>
      </p:sp>
      <p:sp>
        <p:nvSpPr>
          <p:cNvPr name="TextBox 16" id="16"/>
          <p:cNvSpPr txBox="true"/>
          <p:nvPr/>
        </p:nvSpPr>
        <p:spPr>
          <a:xfrm rot="0">
            <a:off x="1425593" y="4544695"/>
            <a:ext cx="4270653"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a:t>
            </a:r>
          </a:p>
        </p:txBody>
      </p:sp>
      <p:sp>
        <p:nvSpPr>
          <p:cNvPr name="TextBox 17" id="17"/>
          <p:cNvSpPr txBox="true"/>
          <p:nvPr/>
        </p:nvSpPr>
        <p:spPr>
          <a:xfrm rot="0">
            <a:off x="7008673" y="4544695"/>
            <a:ext cx="4270653"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a:t>
            </a:r>
          </a:p>
        </p:txBody>
      </p:sp>
      <p:sp>
        <p:nvSpPr>
          <p:cNvPr name="TextBox 18" id="18"/>
          <p:cNvSpPr txBox="true"/>
          <p:nvPr/>
        </p:nvSpPr>
        <p:spPr>
          <a:xfrm rot="0">
            <a:off x="12593777" y="4544695"/>
            <a:ext cx="4270653" cy="113093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2454199" y="-154904"/>
            <a:ext cx="11724278" cy="11724278"/>
          </a:xfrm>
          <a:custGeom>
            <a:avLst/>
            <a:gdLst/>
            <a:ahLst/>
            <a:cxnLst/>
            <a:rect r="r" b="b" t="t" l="l"/>
            <a:pathLst>
              <a:path h="11724278" w="11724278">
                <a:moveTo>
                  <a:pt x="0" y="0"/>
                </a:moveTo>
                <a:lnTo>
                  <a:pt x="11724278" y="0"/>
                </a:lnTo>
                <a:lnTo>
                  <a:pt x="11724278" y="11724278"/>
                </a:lnTo>
                <a:lnTo>
                  <a:pt x="0" y="11724278"/>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75874">
            <a:off x="8610008" y="-2487360"/>
            <a:ext cx="8209501" cy="6060105"/>
          </a:xfrm>
          <a:custGeom>
            <a:avLst/>
            <a:gdLst/>
            <a:ahLst/>
            <a:cxnLst/>
            <a:rect r="r" b="b" t="t" l="l"/>
            <a:pathLst>
              <a:path h="6060105" w="8209501">
                <a:moveTo>
                  <a:pt x="0" y="0"/>
                </a:moveTo>
                <a:lnTo>
                  <a:pt x="8209502" y="0"/>
                </a:lnTo>
                <a:lnTo>
                  <a:pt x="8209502" y="6060104"/>
                </a:lnTo>
                <a:lnTo>
                  <a:pt x="0" y="6060104"/>
                </a:lnTo>
                <a:lnTo>
                  <a:pt x="0" y="0"/>
                </a:lnTo>
                <a:close/>
              </a:path>
            </a:pathLst>
          </a:custGeom>
          <a:blipFill>
            <a:blip r:embed="rId6">
              <a:alphaModFix amt="32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7" id="7"/>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8" id="8"/>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9" id="9"/>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0" id="10"/>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1" id="11"/>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2" id="12"/>
          <p:cNvSpPr txBox="true"/>
          <p:nvPr/>
        </p:nvSpPr>
        <p:spPr>
          <a:xfrm rot="0">
            <a:off x="1028700" y="9144877"/>
            <a:ext cx="1621100" cy="67650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09</a:t>
            </a:r>
          </a:p>
          <a:p>
            <a:pPr algn="l">
              <a:lnSpc>
                <a:spcPts val="2612"/>
              </a:lnSpc>
            </a:pPr>
          </a:p>
        </p:txBody>
      </p:sp>
      <p:sp>
        <p:nvSpPr>
          <p:cNvPr name="Freeform 13" id="13"/>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9144000" y="2289043"/>
            <a:ext cx="7896486" cy="1367357"/>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Impact on</a:t>
            </a:r>
            <a:r>
              <a:rPr lang="en-US" sz="7999" spc="335" b="true">
                <a:solidFill>
                  <a:srgbClr val="FFFFFF"/>
                </a:solidFill>
                <a:latin typeface="TT Lakes Neue Extended Bold"/>
                <a:ea typeface="TT Lakes Neue Extended Bold"/>
                <a:cs typeface="TT Lakes Neue Extended Bold"/>
                <a:sym typeface="TT Lakes Neue Extended Bold"/>
              </a:rPr>
              <a:t> </a:t>
            </a:r>
          </a:p>
        </p:txBody>
      </p:sp>
      <p:sp>
        <p:nvSpPr>
          <p:cNvPr name="TextBox 15" id="15"/>
          <p:cNvSpPr txBox="true"/>
          <p:nvPr/>
        </p:nvSpPr>
        <p:spPr>
          <a:xfrm rot="0">
            <a:off x="9144000" y="3551625"/>
            <a:ext cx="6819786" cy="916071"/>
          </a:xfrm>
          <a:prstGeom prst="rect">
            <a:avLst/>
          </a:prstGeom>
        </p:spPr>
        <p:txBody>
          <a:bodyPr anchor="t" rtlCol="false" tIns="0" lIns="0" bIns="0" rIns="0">
            <a:spAutoFit/>
          </a:bodyPr>
          <a:lstStyle/>
          <a:p>
            <a:pPr algn="l">
              <a:lnSpc>
                <a:spcPts val="7518"/>
              </a:lnSpc>
            </a:pPr>
            <a:r>
              <a:rPr lang="en-US" sz="5370" spc="225">
                <a:solidFill>
                  <a:srgbClr val="FFFFFF"/>
                </a:solidFill>
                <a:latin typeface="TT Lakes Neue Extended"/>
                <a:ea typeface="TT Lakes Neue Extended"/>
                <a:cs typeface="TT Lakes Neue Extended"/>
                <a:sym typeface="TT Lakes Neue Extended"/>
              </a:rPr>
              <a:t>Society</a:t>
            </a:r>
          </a:p>
        </p:txBody>
      </p:sp>
      <p:sp>
        <p:nvSpPr>
          <p:cNvPr name="Freeform 16" id="16"/>
          <p:cNvSpPr/>
          <p:nvPr/>
        </p:nvSpPr>
        <p:spPr>
          <a:xfrm flipH="true" flipV="false" rot="-258071">
            <a:off x="4630949" y="4910903"/>
            <a:ext cx="2979158" cy="2830200"/>
          </a:xfrm>
          <a:custGeom>
            <a:avLst/>
            <a:gdLst/>
            <a:ahLst/>
            <a:cxnLst/>
            <a:rect r="r" b="b" t="t" l="l"/>
            <a:pathLst>
              <a:path h="2830200" w="2979158">
                <a:moveTo>
                  <a:pt x="2979158" y="0"/>
                </a:moveTo>
                <a:lnTo>
                  <a:pt x="0" y="0"/>
                </a:lnTo>
                <a:lnTo>
                  <a:pt x="0" y="2830200"/>
                </a:lnTo>
                <a:lnTo>
                  <a:pt x="2979158" y="2830200"/>
                </a:lnTo>
                <a:lnTo>
                  <a:pt x="2979158" y="0"/>
                </a:lnTo>
                <a:close/>
              </a:path>
            </a:pathLst>
          </a:custGeom>
          <a:blipFill>
            <a:blip r:embed="rId11"/>
            <a:stretch>
              <a:fillRect l="0" t="0" r="0" b="0"/>
            </a:stretch>
          </a:blipFill>
        </p:spPr>
      </p:sp>
      <p:sp>
        <p:nvSpPr>
          <p:cNvPr name="Freeform 17" id="17"/>
          <p:cNvSpPr/>
          <p:nvPr/>
        </p:nvSpPr>
        <p:spPr>
          <a:xfrm flipH="false" flipV="false" rot="0">
            <a:off x="1028700" y="2890172"/>
            <a:ext cx="5520068" cy="5244065"/>
          </a:xfrm>
          <a:custGeom>
            <a:avLst/>
            <a:gdLst/>
            <a:ahLst/>
            <a:cxnLst/>
            <a:rect r="r" b="b" t="t" l="l"/>
            <a:pathLst>
              <a:path h="5244065" w="5520068">
                <a:moveTo>
                  <a:pt x="0" y="0"/>
                </a:moveTo>
                <a:lnTo>
                  <a:pt x="5520068" y="0"/>
                </a:lnTo>
                <a:lnTo>
                  <a:pt x="5520068" y="5244065"/>
                </a:lnTo>
                <a:lnTo>
                  <a:pt x="0" y="5244065"/>
                </a:lnTo>
                <a:lnTo>
                  <a:pt x="0" y="0"/>
                </a:lnTo>
                <a:close/>
              </a:path>
            </a:pathLst>
          </a:custGeom>
          <a:blipFill>
            <a:blip r:embed="rId11"/>
            <a:stretch>
              <a:fillRect l="0" t="0" r="0" b="0"/>
            </a:stretch>
          </a:blipFill>
        </p:spPr>
      </p:sp>
      <p:sp>
        <p:nvSpPr>
          <p:cNvPr name="TextBox 18" id="18"/>
          <p:cNvSpPr txBox="true"/>
          <p:nvPr/>
        </p:nvSpPr>
        <p:spPr>
          <a:xfrm rot="0">
            <a:off x="9233800" y="5076825"/>
            <a:ext cx="6948286" cy="2788285"/>
          </a:xfrm>
          <a:prstGeom prst="rect">
            <a:avLst/>
          </a:prstGeom>
        </p:spPr>
        <p:txBody>
          <a:bodyPr anchor="t" rtlCol="false" tIns="0" lIns="0" bIns="0" rIns="0">
            <a:spAutoFit/>
          </a:bodyPr>
          <a:lstStyle/>
          <a:p>
            <a:pPr algn="l">
              <a:lnSpc>
                <a:spcPts val="2239"/>
              </a:lnSpc>
            </a:pPr>
            <a:r>
              <a:rPr lang="en-US" sz="1599">
                <a:solidFill>
                  <a:srgbClr val="FFFFFF"/>
                </a:solidFill>
                <a:latin typeface="Arian"/>
                <a:ea typeface="Arian"/>
                <a:cs typeface="Arian"/>
                <a:sym typeface="Arian"/>
              </a:rPr>
              <a:t>Lorem ipsum dolor sit amet, consectetur adipiscing elit, sed do eiusmod tempor incididunt ut labore et dolore magna aliqua. Leo vel orci porta non. Risus pretium quam vulputate dignissim. Volutpat est velit egestas dui id ornare arcu odio. Viverra adipiscing at in tellus integer feugiat scelerisque varius morbi. Nulla pharetra diam sit amet nisl suscipit adipiscing. Arcu odio ut sem nulla pharetra diam sit amet nisl. Justo laoreet sit amet cursus sit. Sit amet justo donec enim diam vulputate ut. Et odio pellentesque diam volutpat commodo. Massa placerat duis ultricies lacus sed turpis tincidunt. Neque ornare aenean euismod elementum nisi quis eleifend.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743786">
            <a:off x="-4104751" y="-1210849"/>
            <a:ext cx="8209501" cy="6060105"/>
          </a:xfrm>
          <a:custGeom>
            <a:avLst/>
            <a:gdLst/>
            <a:ahLst/>
            <a:cxnLst/>
            <a:rect r="r" b="b" t="t" l="l"/>
            <a:pathLst>
              <a:path h="6060105" w="8209501">
                <a:moveTo>
                  <a:pt x="0" y="0"/>
                </a:moveTo>
                <a:lnTo>
                  <a:pt x="8209502" y="0"/>
                </a:lnTo>
                <a:lnTo>
                  <a:pt x="8209502" y="6060104"/>
                </a:lnTo>
                <a:lnTo>
                  <a:pt x="0" y="606010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59526" y="7438508"/>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4">
              <a:alphaModFix amt="6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44577" y="-3139707"/>
            <a:ext cx="6009009" cy="6009009"/>
          </a:xfrm>
          <a:custGeom>
            <a:avLst/>
            <a:gdLst/>
            <a:ahLst/>
            <a:cxnLst/>
            <a:rect r="r" b="b" t="t" l="l"/>
            <a:pathLst>
              <a:path h="6009009" w="6009009">
                <a:moveTo>
                  <a:pt x="0" y="0"/>
                </a:moveTo>
                <a:lnTo>
                  <a:pt x="6009009" y="0"/>
                </a:lnTo>
                <a:lnTo>
                  <a:pt x="6009009"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489782"/>
            <a:ext cx="382756" cy="382278"/>
          </a:xfrm>
          <a:custGeom>
            <a:avLst/>
            <a:gdLst/>
            <a:ahLst/>
            <a:cxnLst/>
            <a:rect r="r" b="b" t="t" l="l"/>
            <a:pathLst>
              <a:path h="382278" w="382756">
                <a:moveTo>
                  <a:pt x="0" y="0"/>
                </a:moveTo>
                <a:lnTo>
                  <a:pt x="382756" y="0"/>
                </a:lnTo>
                <a:lnTo>
                  <a:pt x="382756" y="382278"/>
                </a:lnTo>
                <a:lnTo>
                  <a:pt x="0" y="382278"/>
                </a:lnTo>
                <a:lnTo>
                  <a:pt x="0" y="0"/>
                </a:lnTo>
                <a:close/>
              </a:path>
            </a:pathLst>
          </a:custGeom>
          <a:blipFill>
            <a:blip r:embed="rId8">
              <a:alphaModFix amt="88000"/>
            </a:blip>
            <a:stretch>
              <a:fillRect l="0" t="0" r="0" b="0"/>
            </a:stretch>
          </a:blipFill>
        </p:spPr>
      </p:sp>
      <p:sp>
        <p:nvSpPr>
          <p:cNvPr name="AutoShape 6" id="6"/>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TextBox 7" id="7"/>
          <p:cNvSpPr txBox="true"/>
          <p:nvPr/>
        </p:nvSpPr>
        <p:spPr>
          <a:xfrm rot="0">
            <a:off x="10786347" y="462332"/>
            <a:ext cx="1425842"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About us</a:t>
            </a:r>
          </a:p>
        </p:txBody>
      </p:sp>
      <p:sp>
        <p:nvSpPr>
          <p:cNvPr name="TextBox 8" id="8"/>
          <p:cNvSpPr txBox="true"/>
          <p:nvPr/>
        </p:nvSpPr>
        <p:spPr>
          <a:xfrm rot="0">
            <a:off x="1028700" y="404057"/>
            <a:ext cx="2141695" cy="394970"/>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RAG PROJECT</a:t>
            </a:r>
          </a:p>
        </p:txBody>
      </p:sp>
      <p:sp>
        <p:nvSpPr>
          <p:cNvPr name="TextBox 9" id="9"/>
          <p:cNvSpPr txBox="true"/>
          <p:nvPr/>
        </p:nvSpPr>
        <p:spPr>
          <a:xfrm rot="0">
            <a:off x="8256959" y="466492"/>
            <a:ext cx="1621100"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Home</a:t>
            </a:r>
          </a:p>
        </p:txBody>
      </p:sp>
      <p:sp>
        <p:nvSpPr>
          <p:cNvPr name="TextBox 10" id="10"/>
          <p:cNvSpPr txBox="true"/>
          <p:nvPr/>
        </p:nvSpPr>
        <p:spPr>
          <a:xfrm rot="0">
            <a:off x="13148120" y="466492"/>
            <a:ext cx="1463008" cy="352658"/>
          </a:xfrm>
          <a:prstGeom prst="rect">
            <a:avLst/>
          </a:prstGeom>
        </p:spPr>
        <p:txBody>
          <a:bodyPr anchor="t" rtlCol="false" tIns="0" lIns="0" bIns="0" rIns="0">
            <a:spAutoFit/>
          </a:bodyPr>
          <a:lstStyle/>
          <a:p>
            <a:pPr algn="ctr">
              <a:lnSpc>
                <a:spcPts val="2612"/>
              </a:lnSpc>
            </a:pPr>
            <a:r>
              <a:rPr lang="en-US" b="true" sz="1865">
                <a:solidFill>
                  <a:srgbClr val="FFFFFF"/>
                </a:solidFill>
                <a:latin typeface="Arian Bold"/>
                <a:ea typeface="Arian Bold"/>
                <a:cs typeface="Arian Bold"/>
                <a:sym typeface="Arian Bold"/>
              </a:rPr>
              <a:t>Startegy</a:t>
            </a:r>
          </a:p>
        </p:txBody>
      </p:sp>
      <p:sp>
        <p:nvSpPr>
          <p:cNvPr name="TextBox 11" id="11"/>
          <p:cNvSpPr txBox="true"/>
          <p:nvPr/>
        </p:nvSpPr>
        <p:spPr>
          <a:xfrm rot="0">
            <a:off x="15516002" y="462332"/>
            <a:ext cx="1332168"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Contact</a:t>
            </a:r>
          </a:p>
        </p:txBody>
      </p:sp>
      <p:sp>
        <p:nvSpPr>
          <p:cNvPr name="TextBox 12" id="12"/>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10</a:t>
            </a:r>
          </a:p>
        </p:txBody>
      </p:sp>
      <p:sp>
        <p:nvSpPr>
          <p:cNvPr name="Freeform 13" id="13"/>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466462" y="4184136"/>
            <a:ext cx="9135565" cy="1728228"/>
          </a:xfrm>
          <a:prstGeom prst="rect">
            <a:avLst/>
          </a:prstGeom>
        </p:spPr>
        <p:txBody>
          <a:bodyPr anchor="t" rtlCol="false" tIns="0" lIns="0" bIns="0" rIns="0">
            <a:spAutoFit/>
          </a:bodyPr>
          <a:lstStyle/>
          <a:p>
            <a:pPr algn="l">
              <a:lnSpc>
                <a:spcPts val="14137"/>
              </a:lnSpc>
            </a:pPr>
            <a:r>
              <a:rPr lang="en-US" sz="10097" spc="424" b="true">
                <a:solidFill>
                  <a:srgbClr val="FFFFFF"/>
                </a:solidFill>
                <a:latin typeface="TT Lakes Neue Extended Bold"/>
                <a:ea typeface="TT Lakes Neue Extended Bold"/>
                <a:cs typeface="TT Lakes Neue Extended Bold"/>
                <a:sym typeface="TT Lakes Neue Extended Bold"/>
              </a:rPr>
              <a:t>Thank You</a:t>
            </a:r>
          </a:p>
        </p:txBody>
      </p:sp>
      <p:sp>
        <p:nvSpPr>
          <p:cNvPr name="TextBox 15" id="15"/>
          <p:cNvSpPr txBox="true"/>
          <p:nvPr/>
        </p:nvSpPr>
        <p:spPr>
          <a:xfrm rot="0">
            <a:off x="11366060" y="3836543"/>
            <a:ext cx="4286486" cy="394335"/>
          </a:xfrm>
          <a:prstGeom prst="rect">
            <a:avLst/>
          </a:prstGeom>
        </p:spPr>
        <p:txBody>
          <a:bodyPr anchor="t" rtlCol="false" tIns="0" lIns="0" bIns="0" rIns="0">
            <a:spAutoFit/>
          </a:bodyPr>
          <a:lstStyle/>
          <a:p>
            <a:pPr algn="l">
              <a:lnSpc>
                <a:spcPts val="2940"/>
              </a:lnSpc>
            </a:pPr>
            <a:r>
              <a:rPr lang="en-US" sz="2100">
                <a:solidFill>
                  <a:srgbClr val="FFFFFF"/>
                </a:solidFill>
                <a:latin typeface="Arian"/>
                <a:ea typeface="Arian"/>
                <a:cs typeface="Arian"/>
                <a:sym typeface="Arian"/>
              </a:rPr>
              <a:t>PARAS</a:t>
            </a:r>
          </a:p>
        </p:txBody>
      </p:sp>
      <p:sp>
        <p:nvSpPr>
          <p:cNvPr name="TextBox 16" id="16"/>
          <p:cNvSpPr txBox="true"/>
          <p:nvPr/>
        </p:nvSpPr>
        <p:spPr>
          <a:xfrm rot="0">
            <a:off x="11366060" y="4551003"/>
            <a:ext cx="4286486" cy="394335"/>
          </a:xfrm>
          <a:prstGeom prst="rect">
            <a:avLst/>
          </a:prstGeom>
        </p:spPr>
        <p:txBody>
          <a:bodyPr anchor="t" rtlCol="false" tIns="0" lIns="0" bIns="0" rIns="0">
            <a:spAutoFit/>
          </a:bodyPr>
          <a:lstStyle/>
          <a:p>
            <a:pPr algn="l">
              <a:lnSpc>
                <a:spcPts val="2940"/>
              </a:lnSpc>
            </a:pPr>
            <a:r>
              <a:rPr lang="en-US" sz="2100">
                <a:solidFill>
                  <a:srgbClr val="FFFFFF"/>
                </a:solidFill>
                <a:latin typeface="Arian"/>
                <a:ea typeface="Arian"/>
                <a:cs typeface="Arian"/>
                <a:sym typeface="Arian"/>
              </a:rPr>
              <a:t>SAMRED</a:t>
            </a:r>
          </a:p>
        </p:txBody>
      </p:sp>
      <p:sp>
        <p:nvSpPr>
          <p:cNvPr name="TextBox 17" id="17"/>
          <p:cNvSpPr txBox="true"/>
          <p:nvPr/>
        </p:nvSpPr>
        <p:spPr>
          <a:xfrm rot="0">
            <a:off x="11366060" y="5265462"/>
            <a:ext cx="4286486" cy="394335"/>
          </a:xfrm>
          <a:prstGeom prst="rect">
            <a:avLst/>
          </a:prstGeom>
        </p:spPr>
        <p:txBody>
          <a:bodyPr anchor="t" rtlCol="false" tIns="0" lIns="0" bIns="0" rIns="0">
            <a:spAutoFit/>
          </a:bodyPr>
          <a:lstStyle/>
          <a:p>
            <a:pPr algn="l">
              <a:lnSpc>
                <a:spcPts val="2940"/>
              </a:lnSpc>
            </a:pPr>
            <a:r>
              <a:rPr lang="en-US" sz="2100">
                <a:solidFill>
                  <a:srgbClr val="FFFFFF"/>
                </a:solidFill>
                <a:latin typeface="Arian"/>
                <a:ea typeface="Arian"/>
                <a:cs typeface="Arian"/>
                <a:sym typeface="Arian"/>
              </a:rPr>
              <a:t>HIRA</a:t>
            </a:r>
          </a:p>
        </p:txBody>
      </p:sp>
      <p:sp>
        <p:nvSpPr>
          <p:cNvPr name="TextBox 18" id="18"/>
          <p:cNvSpPr txBox="true"/>
          <p:nvPr/>
        </p:nvSpPr>
        <p:spPr>
          <a:xfrm rot="0">
            <a:off x="11366060" y="5979922"/>
            <a:ext cx="5522919" cy="394335"/>
          </a:xfrm>
          <a:prstGeom prst="rect">
            <a:avLst/>
          </a:prstGeom>
        </p:spPr>
        <p:txBody>
          <a:bodyPr anchor="t" rtlCol="false" tIns="0" lIns="0" bIns="0" rIns="0">
            <a:spAutoFit/>
          </a:bodyPr>
          <a:lstStyle/>
          <a:p>
            <a:pPr algn="l">
              <a:lnSpc>
                <a:spcPts val="2940"/>
              </a:lnSpc>
            </a:pPr>
            <a:r>
              <a:rPr lang="en-US" sz="2100">
                <a:solidFill>
                  <a:srgbClr val="FFFFFF"/>
                </a:solidFill>
                <a:latin typeface="Arian"/>
                <a:ea typeface="Arian"/>
                <a:cs typeface="Arian"/>
                <a:sym typeface="Arian"/>
              </a:rPr>
              <a:t>VARUN / TL</a:t>
            </a:r>
          </a:p>
        </p:txBody>
      </p:sp>
      <p:sp>
        <p:nvSpPr>
          <p:cNvPr name="TextBox 19" id="19"/>
          <p:cNvSpPr txBox="true"/>
          <p:nvPr/>
        </p:nvSpPr>
        <p:spPr>
          <a:xfrm rot="0">
            <a:off x="1466462" y="3058042"/>
            <a:ext cx="9135565" cy="1728228"/>
          </a:xfrm>
          <a:prstGeom prst="rect">
            <a:avLst/>
          </a:prstGeom>
        </p:spPr>
        <p:txBody>
          <a:bodyPr anchor="t" rtlCol="false" tIns="0" lIns="0" bIns="0" rIns="0">
            <a:spAutoFit/>
          </a:bodyPr>
          <a:lstStyle/>
          <a:p>
            <a:pPr algn="l">
              <a:lnSpc>
                <a:spcPts val="14137"/>
              </a:lnSpc>
            </a:pPr>
            <a:r>
              <a:rPr lang="en-US" sz="10097" spc="424" b="true">
                <a:solidFill>
                  <a:srgbClr val="FFFFFF"/>
                </a:solidFill>
                <a:latin typeface="TT Lakes Neue Extended Bold"/>
                <a:ea typeface="TT Lakes Neue Extended Bold"/>
                <a:cs typeface="TT Lakes Neue Extended Bold"/>
                <a:sym typeface="TT Lakes Neue Extended Bold"/>
              </a:rPr>
              <a:t>Thank You</a:t>
            </a:r>
          </a:p>
        </p:txBody>
      </p:sp>
      <p:sp>
        <p:nvSpPr>
          <p:cNvPr name="TextBox 20" id="20"/>
          <p:cNvSpPr txBox="true"/>
          <p:nvPr/>
        </p:nvSpPr>
        <p:spPr>
          <a:xfrm rot="0">
            <a:off x="1466462" y="5310230"/>
            <a:ext cx="9135565" cy="1728228"/>
          </a:xfrm>
          <a:prstGeom prst="rect">
            <a:avLst/>
          </a:prstGeom>
        </p:spPr>
        <p:txBody>
          <a:bodyPr anchor="t" rtlCol="false" tIns="0" lIns="0" bIns="0" rIns="0">
            <a:spAutoFit/>
          </a:bodyPr>
          <a:lstStyle/>
          <a:p>
            <a:pPr algn="l">
              <a:lnSpc>
                <a:spcPts val="14137"/>
              </a:lnSpc>
            </a:pPr>
            <a:r>
              <a:rPr lang="en-US" sz="10097" spc="424" b="true">
                <a:solidFill>
                  <a:srgbClr val="FFFFFF"/>
                </a:solidFill>
                <a:latin typeface="TT Lakes Neue Extended Bold"/>
                <a:ea typeface="TT Lakes Neue Extended Bold"/>
                <a:cs typeface="TT Lakes Neue Extended Bold"/>
                <a:sym typeface="TT Lakes Neue Exte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DAG_mgr8GdQ</dc:identifier>
  <dcterms:modified xsi:type="dcterms:W3CDTF">2011-08-01T06:04:30Z</dcterms:modified>
  <cp:revision>1</cp:revision>
  <dc:title>Navy Blue and Purple Gradient Futuristic Computer Technology Presentation</dc:title>
</cp:coreProperties>
</file>